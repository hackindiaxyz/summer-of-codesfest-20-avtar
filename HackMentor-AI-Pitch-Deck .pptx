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SOCF 2.0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HACKMENTOR.AI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Always-On AI Coach That Takes Teams From Raw Idea to Winning Pitch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0" y="3310128"/>
            <a:ext cx="128016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Problem Statement 5      |      Proposed by: Team AVTAR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Hackathons Run on Chaos, Not Coaching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E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get little to no structured guidance once the clock starts.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E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jump straight from a vague idea to coding — skipping planning, scoping, and risk assessment.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82549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E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are scarce and unevenly distributed; most teams get only minutes of expert time.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48386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E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Pitches are rushed: teams build features nobody asked for, then struggle to explain the value.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14223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50" dirty="0">
                <a:solidFill>
                  <a:srgbClr val="E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hackers have no framework for breaking a problem into achievable milestones.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298448"/>
            <a:ext cx="2834640" cy="3429000"/>
          </a:xfrm>
          <a:prstGeom prst="roundRect">
            <a:avLst>
              <a:gd name="adj" fmla="val 2581"/>
            </a:avLst>
          </a:prstGeom>
          <a:solidFill>
            <a:srgbClr val="1B1420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80760" y="1536192"/>
            <a:ext cx="548640" cy="548640"/>
          </a:xfrm>
          <a:prstGeom prst="ellipse">
            <a:avLst/>
          </a:prstGeom>
          <a:solidFill>
            <a:srgbClr val="1E1E2C"/>
          </a:solidFill>
          <a:ln w="19050">
            <a:solidFill>
              <a:srgbClr val="EB7A2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06" y="1678838"/>
            <a:ext cx="263347" cy="26334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0644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Result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35040" y="2542032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drop-out rates, low-quality submissions, and missed learning opportunities — for organizers and participants alike.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Support Models Don't Scale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2834640"/>
        </p:xfrm>
        <a:graphic>
          <a:graphicData uri="http://schemas.openxmlformats.org/drawingml/2006/table">
            <a:tbl>
              <a:tblPr/>
              <a:tblGrid>
                <a:gridCol w="2834640"/>
                <a:gridCol w="5303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Breaks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wikis &amp; slide decks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One-size-fits-all advice, no interaction, ignored under time pressure.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 / Slack mentor channels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lag, inconsistent quality, first-come-first-served access.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AI chatbot tabs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memory of the team's actual project, no structured coaching process.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mentors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handful of experts can't cover hundreds of teams across a whole event.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3708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re-invent the same wheel every event — judges see repetitive, under-baked submissions instead of real innovation.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Coach for Every Stage — Idea to Pitch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is a structured, always-on coaching agent that guides every team from raw idea to a polished, judge-ready pitch.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13632" cy="960120"/>
          </a:xfrm>
          <a:prstGeom prst="roundRect">
            <a:avLst>
              <a:gd name="adj" fmla="val 7619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91566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9" y="204880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0136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Validation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25880" y="207568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teams articulate and scope their problem statement clearly before writing code.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90872" y="1691640"/>
            <a:ext cx="3913632" cy="960120"/>
          </a:xfrm>
          <a:prstGeom prst="roundRect">
            <a:avLst>
              <a:gd name="adj" fmla="val 7619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55464" y="191566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2EC48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601" y="2048805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180136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Planner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513832" y="207568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hackathon window into manageable sprints with concrete deadlines.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2834640"/>
            <a:ext cx="3913632" cy="960120"/>
          </a:xfrm>
          <a:prstGeom prst="roundRect">
            <a:avLst>
              <a:gd name="adj" fmla="val 7619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7512" y="305866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EB7A2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49" y="3191805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94436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Resolution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325880" y="321868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stalls in progress and suggests targeted technical or strategic fixes.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90872" y="2834640"/>
            <a:ext cx="3913632" cy="960120"/>
          </a:xfrm>
          <a:prstGeom prst="roundRect">
            <a:avLst>
              <a:gd name="adj" fmla="val 7619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55464" y="305866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601" y="3191805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13832" y="294436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Coaching Chat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513832" y="321868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guidance through a structured conversational interface, 24/7.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02920" y="3977640"/>
            <a:ext cx="3913632" cy="960120"/>
          </a:xfrm>
          <a:prstGeom prst="roundRect">
            <a:avLst>
              <a:gd name="adj" fmla="val 7619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67512" y="420166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2EC48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49" y="4334805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408736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Generator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325880" y="436168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drafts a presentation narrative straight from the team's project data.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690872" y="3977640"/>
            <a:ext cx="3913632" cy="960120"/>
          </a:xfrm>
          <a:prstGeom prst="roundRect">
            <a:avLst>
              <a:gd name="adj" fmla="val 7619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55464" y="420166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EB7A2F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8601" y="4334805"/>
            <a:ext cx="245791" cy="24579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13832" y="408736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Dashboard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5513832" y="436168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organizers a live view of every team's stage, blockers, and readiness.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Coaching, Not Generic Chat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310896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2004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Hackathon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HackMentor.AI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mentors, present ~10% of the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C4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24/7, structured coaching for every single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generic advice for everyone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C4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 grounded in each team's actual project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depends on who you catch, and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C4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rigorous process applied to every team, every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Open-ended chat, easy to ignore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C4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milestones, deadlines, and pitch drafts you can act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9868" y="1682496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05" y="1815633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3113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2468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97480" y="15544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4428" y="1682496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565" y="1815633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23113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697480" y="2468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+ Zod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892040" y="932688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18988" y="1060704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125" y="119384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160934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Coaching Engine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892040" y="18470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892040" y="2176272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18988" y="230428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125" y="243742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92040" y="28529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892040" y="30906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086600" y="15544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07808" y="1682496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0945" y="1815633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86600" y="22311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086600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Orval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468880" y="2167128"/>
            <a:ext cx="228600" cy="0"/>
          </a:xfrm>
          <a:prstGeom prst="line">
            <a:avLst/>
          </a:prstGeom>
          <a:noFill/>
          <a:ln w="19050">
            <a:solidFill>
              <a:srgbClr val="AFAFC0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 flipV="1">
            <a:off x="4663440" y="1554480"/>
            <a:ext cx="228600" cy="612648"/>
          </a:xfrm>
          <a:prstGeom prst="line">
            <a:avLst/>
          </a:prstGeom>
          <a:noFill/>
          <a:ln w="19050">
            <a:solidFill>
              <a:srgbClr val="AFAFC0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4663440" y="2167128"/>
            <a:ext cx="228600" cy="576072"/>
          </a:xfrm>
          <a:prstGeom prst="line">
            <a:avLst/>
          </a:prstGeom>
          <a:noFill/>
          <a:ln w="19050">
            <a:solidFill>
              <a:srgbClr val="AFAFC0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6858000" y="1554480"/>
            <a:ext cx="228600" cy="612648"/>
          </a:xfrm>
          <a:prstGeom prst="line">
            <a:avLst/>
          </a:prstGeom>
          <a:noFill/>
          <a:ln w="19050">
            <a:solidFill>
              <a:srgbClr val="AFAFC0"/>
            </a:solidFill>
            <a:prstDash val="solid"/>
            <a:tailEnd type="triangle"/>
          </a:ln>
        </p:spPr>
      </p:sp>
      <p:sp>
        <p:nvSpPr>
          <p:cNvPr id="33" name="Text 26"/>
          <p:cNvSpPr/>
          <p:nvPr/>
        </p:nvSpPr>
        <p:spPr>
          <a:xfrm>
            <a:off x="502920" y="35204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consumes typed React Query hooks generated from the OpenAPI contract — zero drift between backend validation and UI.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Tools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301752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5.9, 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Vite, Tailwind 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24, Express 5, Zod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GPT-4o via REST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Drizzle 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Contract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7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OpenAPI 3.1 + Orval codegen (React Query hooks)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8706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9" y="182020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2704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Contract-First API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180136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 spec drives both backend validation and frontend hooks — zero drift between layers.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90872" y="141732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55464" y="168706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2EC48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601" y="182020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152704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LLM Prompts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13832" y="180136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coaching action (plan, unblock, pitch) uses a typed schema so GPT-4o output is always parseable.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265176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" y="292150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EB7A2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49" y="305464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76148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Migrations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25880" y="303580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migrations are version-controlled and pushed with a single command.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90872" y="265176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55464" y="292150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601" y="305464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13832" y="276148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Monorepo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13832" y="303580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types between frontend and backend via workspace libs — no copy-paste drift.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388620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7512" y="415594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2EC48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49" y="4289085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399592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Build-First Approach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25880" y="427024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backend first, then UI — avoids mock-heavy prototypes that fail during demos.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Process — User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1938528"/>
            <a:ext cx="548640" cy="548640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" y="208117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6060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scoping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84248" y="2194560"/>
            <a:ext cx="201168" cy="0"/>
          </a:xfrm>
          <a:prstGeom prst="line">
            <a:avLst/>
          </a:prstGeom>
          <a:noFill/>
          <a:ln w="19050">
            <a:solidFill>
              <a:srgbClr val="AFAFC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85416" y="173736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51760" y="1938528"/>
            <a:ext cx="548640" cy="548640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406" y="208117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85416" y="26060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31136" y="28803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breakdown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66744" y="2194560"/>
            <a:ext cx="201168" cy="0"/>
          </a:xfrm>
          <a:prstGeom prst="line">
            <a:avLst/>
          </a:prstGeom>
          <a:noFill/>
          <a:ln w="19050">
            <a:solidFill>
              <a:srgbClr val="AFAFC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867912" y="173736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34256" y="1938528"/>
            <a:ext cx="548640" cy="548640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902" y="208117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67912" y="26060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913632" y="28803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alerts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349240" y="2194560"/>
            <a:ext cx="201168" cy="0"/>
          </a:xfrm>
          <a:prstGeom prst="line">
            <a:avLst/>
          </a:prstGeom>
          <a:noFill/>
          <a:ln w="19050">
            <a:solidFill>
              <a:srgbClr val="AFAFC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550408" y="173736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16752" y="1938528"/>
            <a:ext cx="548640" cy="548640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398" y="2081174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50408" y="26060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96128" y="28803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031736" y="2194560"/>
            <a:ext cx="201168" cy="0"/>
          </a:xfrm>
          <a:prstGeom prst="line">
            <a:avLst/>
          </a:prstGeom>
          <a:noFill/>
          <a:ln w="19050">
            <a:solidFill>
              <a:srgbClr val="AFAFC0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232904" y="173736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699248" y="1938528"/>
            <a:ext cx="548640" cy="548640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1894" y="2081174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32904" y="26060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278624" y="28803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presentation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02920" y="36118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Coach is available at every stage — not just at the end.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Build Inside a Hackathon Sprint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4134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EB7A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9" y="177448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8132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175564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 procurement, zero integration risk — deployable in minutes.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90872" y="137160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55464" y="164134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2EC48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601" y="177448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148132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Stack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13832" y="175564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technology chosen is mature, well-documented, and already used by the team.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260604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" y="287578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49" y="300892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71576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AI Access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25880" y="299008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is instantly accessible with a key — no model training required.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90872" y="260604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55464" y="287578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EB7A2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601" y="300892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13832" y="271576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Schema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13832" y="299008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projects, milestones, blockers, and messages — the MVP fits one hackathon sprint.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384048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7512" y="411022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2EC48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49" y="4243365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395020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IS the Product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25880" y="422452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can watch the agent coach a live team in real time.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690872" y="384048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55464" y="411022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8601" y="4243365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13832" y="395020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Zero-Setup Hosting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513832" y="422452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Replit-hosted with a shared preview URL for instant feedback.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Risks &amp; How We Mitigate Them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3291840"/>
        </p:xfrm>
        <a:graphic>
          <a:graphicData uri="http://schemas.openxmlformats.org/drawingml/2006/table">
            <a:tbl>
              <a:tblPr/>
              <a:tblGrid>
                <a:gridCol w="3017520"/>
                <a:gridCol w="51206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Feels like a generic chatbot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Domain-specific, structured coaching flows — not open-ended chit-chat.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adoption under time 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designed to take under 60 seconds; zero sign-up friction.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Over-reliance on AI suggestions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is designed to ask guiding questions, not dictate answers.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rate limits / latency during demo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caching layer plus fallback to pre-generated coaching tips.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3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in a short build 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A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MVP first: projects + milestones + coach chat; analytics deferred.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for Teams, Organizers &amp; Beyond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4134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9" y="177448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8132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Democratises Mentorship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175564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gets the same quality coaching, regardless of network or luck.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90872" y="137160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55464" y="164134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2EC48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601" y="177448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148132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Submission Quality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13832" y="175564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milestones reduce last-minute chaos and incomplete features.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260604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" y="287578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EB7A2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49" y="300892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71576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Pitches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25880" y="299008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narrative forces teams to articulate value before the deadline.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90872" y="260604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55464" y="287578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601" y="300892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13832" y="271576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Learning Outcomes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13832" y="299008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leave with a reusable methodology, not just a one-off project.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384048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7512" y="411022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2EC48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49" y="4243365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395020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Any Hackathon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25880" y="422452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near-zero marginal cost per team beyond AI token usage.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690872" y="384048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1616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55464" y="4110228"/>
            <a:ext cx="512064" cy="512064"/>
          </a:xfrm>
          <a:prstGeom prst="ellipse">
            <a:avLst/>
          </a:prstGeom>
          <a:solidFill>
            <a:srgbClr val="1E1E2C"/>
          </a:solidFill>
          <a:ln w="19050">
            <a:solidFill>
              <a:srgbClr val="EB7A2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8601" y="4243365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13832" y="395020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Growth Path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513832" y="4224528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Post-MVP: analytics dashboards, team leaderboards, and organizer insights.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AVTAR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28800" cy="2148840"/>
          </a:xfrm>
          <a:prstGeom prst="roundRect">
            <a:avLst>
              <a:gd name="adj" fmla="val 4000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856232"/>
            <a:ext cx="640080" cy="640080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01" y="202265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 &amp; Product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1363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scope, roadmap and the pitch narrative.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06040" y="1600200"/>
            <a:ext cx="1828800" cy="2148840"/>
          </a:xfrm>
          <a:prstGeom prst="roundRect">
            <a:avLst>
              <a:gd name="adj" fmla="val 4000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856232"/>
            <a:ext cx="640080" cy="640080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821" y="202265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AI Engineer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743200" y="31363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engine, API contract, LLM prompt design.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1600200"/>
            <a:ext cx="1828800" cy="2148840"/>
          </a:xfrm>
          <a:prstGeom prst="roundRect">
            <a:avLst>
              <a:gd name="adj" fmla="val 4000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03520" y="1856232"/>
            <a:ext cx="640080" cy="640080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941" y="202265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Engineer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46320" y="31363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React/Tailwind UI and the live coaching experience.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812280" y="1600200"/>
            <a:ext cx="1828800" cy="2148840"/>
          </a:xfrm>
          <a:prstGeom prst="roundRect">
            <a:avLst>
              <a:gd name="adj" fmla="val 4000"/>
            </a:avLst>
          </a:prstGeom>
          <a:solidFill>
            <a:srgbClr val="15151F">
              <a:alpha val="92000"/>
            </a:srgbClr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06640" y="1856232"/>
            <a:ext cx="640080" cy="640080"/>
          </a:xfrm>
          <a:prstGeom prst="ellipse">
            <a:avLst/>
          </a:prstGeom>
          <a:solidFill>
            <a:srgbClr val="1E1E2C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3061" y="202265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Pitch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49440" y="31363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polish, storytelling, and demo readiness.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02920" y="39776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teammate names before submission — roles shown as placeholders.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•  SOCF 2.0  •  Track 2, PS 5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HackMentor.AI  —  Track 2, Problem Statement 5  —  Team AVTAR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Sponsors:  HulChul.in  •  Hack With India  •  Genesis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8770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Partner:  HackIndia  •  She Kuj Education  •  Devnovate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Goodies Partner:  OSEN  •  Nirvaha  •  Ascent Hive  •  KitBox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Refreshment Partner:  Wholy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HackMentor.AI — Hackathon Project Coach</dc:title>
  <dc:subject>PptxGenJS Presentation</dc:subject>
  <dc:creator>Team AVTAR</dc:creator>
  <cp:lastModifiedBy>Team AVTAR</cp:lastModifiedBy>
  <cp:revision>1</cp:revision>
  <dcterms:created xsi:type="dcterms:W3CDTF">2026-07-02T11:34:02Z</dcterms:created>
  <dcterms:modified xsi:type="dcterms:W3CDTF">2026-07-02T11:34:02Z</dcterms:modified>
</cp:coreProperties>
</file>